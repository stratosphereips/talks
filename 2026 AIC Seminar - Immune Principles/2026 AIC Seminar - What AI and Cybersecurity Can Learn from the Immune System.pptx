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AI and Cybersecurity Can Learn from the Immune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biological principles to SLIPS code</a:t>
            </a:r>
            <a:br/>
            <a:br/>
            <a:r>
              <a:rPr/>
              <a:t>Sebastian Garcia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AIC Seminar, March 25,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AI and Cybersecurity Can Learn from the Immune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From biological principles to SLIPS code</a:t>
            </a:r>
          </a:p>
          <a:p>
            <a:pPr lvl="0"/>
            <a:r>
              <a:rPr/>
              <a:t>General-audience seminar for AI and IT people</a:t>
            </a:r>
          </a:p>
          <a:p>
            <a:pPr lvl="0"/>
            <a:r>
              <a:rPr/>
              <a:t>30 minutes</a:t>
            </a:r>
          </a:p>
          <a:p>
            <a:pPr lvl="0"/>
            <a:r>
              <a:rPr/>
              <a:t>Goal: extract reusable engineering principles, not teach immunology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this topic should matter outside cybersecurity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Many AI systems must act under uncertainty, with noisy and incomplete evidence</a:t>
            </a:r>
          </a:p>
          <a:p>
            <a:pPr lvl="0"/>
            <a:r>
              <a:rPr/>
              <a:t>Many operational systems must avoid two failures at once:</a:t>
            </a:r>
          </a:p>
          <a:p>
            <a:pPr lvl="1"/>
            <a:r>
              <a:rPr/>
              <a:t>miss a real threat</a:t>
            </a:r>
          </a:p>
          <a:p>
            <a:pPr lvl="1"/>
            <a:r>
              <a:rPr/>
              <a:t>overreact and damage normal operations</a:t>
            </a:r>
          </a:p>
          <a:p>
            <a:pPr lvl="0"/>
            <a:r>
              <a:rPr/>
              <a:t>Biology has been solving this tradeoff for a very long time</a:t>
            </a:r>
          </a:p>
        </p:txBody>
      </p:sp>
      <p:pic>
        <p:nvPicPr>
          <p:cNvPr descr="blog_imag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65200"/>
            <a:ext cx="5105400" cy="285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Nature-inspired research: useful, but easy to do badly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Bad version: copy a biological term and attach it to one algorithm</a:t>
            </a:r>
          </a:p>
          <a:p>
            <a:pPr lvl="0"/>
            <a:r>
              <a:rPr/>
              <a:t>Better version: ask what control problem biology is solving</a:t>
            </a:r>
          </a:p>
          <a:p>
            <a:pPr lvl="0"/>
            <a:r>
              <a:rPr/>
              <a:t>Best version: transfer the principle, then redesign it for engineering constraints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claim of this talk</a:t>
            </a:r>
          </a:p>
          <a:p>
            <a:pPr lvl="0" indent="0" marL="0">
              <a:buNone/>
            </a:pPr>
            <a:r>
              <a:rPr/>
              <a:t>The immune system is interesting as an architecture for decision-making, coordination, and regulation.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engineering problem in network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Networks are noisy, distributed, and only partially observable</a:t>
            </a:r>
          </a:p>
          <a:p>
            <a:pPr lvl="0"/>
            <a:r>
              <a:rPr/>
              <a:t>Signals are weak when seen in isolation</a:t>
            </a:r>
          </a:p>
          <a:p>
            <a:pPr lvl="0"/>
            <a:r>
              <a:rPr/>
              <a:t>Attackers adapt, hide, and blend with benign behavior</a:t>
            </a:r>
          </a:p>
          <a:p>
            <a:pPr lvl="0"/>
            <a:r>
              <a:rPr/>
              <a:t>False positives are expensive for operators</a:t>
            </a:r>
          </a:p>
          <a:p>
            <a:pPr lvl="0"/>
            <a:r>
              <a:rPr/>
              <a:t>One alert is rarely enough to justify a strong action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current cyber detection often disappoints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Too much focus on isolated detectors</a:t>
            </a:r>
          </a:p>
          <a:p>
            <a:pPr lvl="0"/>
            <a:r>
              <a:rPr/>
              <a:t>Too little context shared across components</a:t>
            </a:r>
          </a:p>
          <a:p>
            <a:pPr lvl="0"/>
            <a:r>
              <a:rPr/>
              <a:t>Novelty is often confused with danger</a:t>
            </a:r>
          </a:p>
          <a:p>
            <a:pPr lvl="0"/>
            <a:r>
              <a:rPr/>
              <a:t>Escalation is not proportional</a:t>
            </a:r>
          </a:p>
          <a:p>
            <a:pPr lvl="0"/>
            <a:r>
              <a:rPr/>
              <a:t>Shutdown and rollback are usually an afterthought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Result</a:t>
            </a:r>
          </a:p>
          <a:p>
            <a:pPr lvl="0" indent="0" marL="0">
              <a:buNone/>
            </a:pPr>
            <a:r>
              <a:rPr/>
              <a:t>Alert fatigue, brittle automation, and defenses that can become disruptive themselves.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immune system is not one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It is a distributed, regulated decision system</a:t>
            </a:r>
          </a:p>
          <a:p>
            <a:pPr lvl="0"/>
            <a:r>
              <a:rPr/>
              <a:t>It combines local sensing with global coordination</a:t>
            </a:r>
          </a:p>
          <a:p>
            <a:pPr lvl="0"/>
            <a:r>
              <a:rPr/>
              <a:t>It uses multiple activation signals before strong response</a:t>
            </a:r>
          </a:p>
          <a:p>
            <a:pPr lvl="0"/>
            <a:r>
              <a:rPr/>
              <a:t>It adapts response strength to context</a:t>
            </a:r>
          </a:p>
          <a:p>
            <a:pPr lvl="0"/>
            <a:r>
              <a:rPr/>
              <a:t>It remembers what worked before</a:t>
            </a:r>
          </a:p>
          <a:p>
            <a:pPr lvl="0"/>
            <a:r>
              <a:rPr/>
              <a:t>It actively turns responses off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principles worth stealing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Distributed sensing</a:t>
            </a:r>
          </a:p>
          <a:p>
            <a:pPr lvl="0" indent="-342900" marL="342900">
              <a:buAutoNum type="arabicPeriod"/>
            </a:pPr>
            <a:r>
              <a:rPr/>
              <a:t>Context propagation</a:t>
            </a:r>
          </a:p>
          <a:p>
            <a:pPr lvl="0" indent="-342900" marL="342900">
              <a:buAutoNum type="arabicPeriod"/>
            </a:pPr>
            <a:r>
              <a:rPr/>
              <a:t>Multi-signal activation</a:t>
            </a:r>
          </a:p>
          <a:p>
            <a:pPr lvl="0" indent="-342900" marL="342900">
              <a:buAutoNum type="arabicPeriod"/>
            </a:pPr>
            <a:r>
              <a:rPr/>
              <a:t>Adaptive aggressiveness and regulated shutdown</a:t>
            </a:r>
          </a:p>
          <a:p>
            <a:pPr lvl="0" indent="-342900" marL="342900">
              <a:buAutoNum type="arabicPeriod"/>
            </a:pPr>
            <a:r>
              <a:rPr/>
              <a:t>Memory and guided generation of new detectors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These are useful in AI too</a:t>
            </a:r>
          </a:p>
          <a:p>
            <a:pPr lvl="0" indent="0" marL="0">
              <a:buNone/>
            </a:pPr>
            <a:r>
              <a:rPr/>
              <a:t>They apply to agent systems, retrieval systems, automated response, and any pipeline that must act safely under uncertainty.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Principle 1: Distributed sensing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 biology, no single cell sees the whole organism</a:t>
            </a:r>
          </a:p>
          <a:p>
            <a:pPr lvl="0"/>
            <a:r>
              <a:rPr/>
              <a:t>Robustness comes from many partial observers</a:t>
            </a:r>
          </a:p>
          <a:p>
            <a:pPr lvl="0"/>
            <a:r>
              <a:rPr/>
              <a:t>Local detection is cheap and continuous</a:t>
            </a:r>
          </a:p>
          <a:p>
            <a:pPr lvl="0"/>
            <a:r>
              <a:rPr/>
              <a:t>Strong action depends on coordination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Transferable idea</a:t>
            </a:r>
          </a:p>
          <a:p>
            <a:pPr lvl="0" indent="0" marL="0">
              <a:buNone/>
            </a:pPr>
            <a:r>
              <a:rPr/>
              <a:t>Design systems as networks of specialized observers, not one perfect classifier.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Principle 2: Context propagation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A signal alone is weak</a:t>
            </a:r>
          </a:p>
          <a:p>
            <a:pPr lvl="0"/>
            <a:r>
              <a:rPr/>
              <a:t>What matters is where it happened, when, how often, and with what supporting evidence</a:t>
            </a:r>
          </a:p>
          <a:p>
            <a:pPr lvl="0"/>
            <a:r>
              <a:rPr/>
              <a:t>The immune system moves context through antigen presentation and signaling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Transferable idea</a:t>
            </a:r>
          </a:p>
          <a:p>
            <a:pPr lvl="0" indent="0" marL="0">
              <a:buNone/>
            </a:pPr>
            <a:r>
              <a:rPr/>
              <a:t>Move summaries and evidence through the system, not just raw alerts.</a:t>
            </a:r>
          </a:p>
        </p:txBody>
      </p:sp>
      <p:pic>
        <p:nvPicPr>
          <p:cNvPr descr="flow-lifecyc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981200"/>
            <a:ext cx="5105400" cy="83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Principle 3: Multi-signal activation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Recognition alone is not enough in biology</a:t>
            </a:r>
          </a:p>
          <a:p>
            <a:pPr lvl="0"/>
            <a:r>
              <a:rPr/>
              <a:t>Strong action requires corroboration</a:t>
            </a:r>
          </a:p>
          <a:p>
            <a:pPr lvl="0"/>
            <a:r>
              <a:rPr/>
              <a:t>This is how the immune system reduces false positives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Transferable idea</a:t>
            </a:r>
          </a:p>
          <a:p>
            <a:pPr lvl="0" indent="0" marL="0">
              <a:buNone/>
            </a:pPr>
            <a:r>
              <a:rPr/>
              <a:t>Use gated decisions:</a:t>
            </a:r>
          </a:p>
          <a:p>
            <a:pPr lvl="0"/>
            <a:r>
              <a:rPr/>
              <a:t>detector hit</a:t>
            </a:r>
          </a:p>
          <a:p>
            <a:pPr lvl="0"/>
            <a:r>
              <a:rPr/>
              <a:t>evidence of actual damage or risk</a:t>
            </a:r>
          </a:p>
          <a:p>
            <a:pPr lvl="0"/>
            <a:r>
              <a:rPr/>
              <a:t>confidence from independent sources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Principle 4: Adaptive aggressiveness and shutdown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 every anomaly deserves the same response</a:t>
            </a:r>
          </a:p>
          <a:p>
            <a:pPr lvl="0"/>
            <a:r>
              <a:rPr/>
              <a:t>Good systems scale response with risk</a:t>
            </a:r>
          </a:p>
          <a:p>
            <a:pPr lvl="0"/>
            <a:r>
              <a:rPr/>
              <a:t>Good systems also know when to stop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Transferable idea</a:t>
            </a:r>
          </a:p>
          <a:p>
            <a:pPr lvl="0" indent="0" marL="0">
              <a:buNone/>
            </a:pPr>
            <a:r>
              <a:rPr/>
              <a:t>Prefer progressive actions:</a:t>
            </a:r>
          </a:p>
          <a:p>
            <a:pPr lvl="0"/>
            <a:r>
              <a:rPr/>
              <a:t>observe</a:t>
            </a:r>
          </a:p>
          <a:p>
            <a:pPr lvl="0"/>
            <a:r>
              <a:rPr/>
              <a:t>slow down</a:t>
            </a:r>
          </a:p>
          <a:p>
            <a:pPr lvl="0"/>
            <a:r>
              <a:rPr/>
              <a:t>isolate</a:t>
            </a:r>
          </a:p>
          <a:p>
            <a:pPr lvl="0"/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And make rollback a first-class feature.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Principle 5: Memory and detector generation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Biology stores useful experience</a:t>
            </a:r>
          </a:p>
          <a:p>
            <a:pPr lvl="0"/>
            <a:r>
              <a:rPr/>
              <a:t>It also keeps generating new detectors and filtering bad ones</a:t>
            </a:r>
          </a:p>
          <a:p>
            <a:pPr lvl="0"/>
            <a:r>
              <a:rPr/>
              <a:t>That matters because future threats are not fully known in advance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Transferable idea</a:t>
            </a:r>
          </a:p>
          <a:p>
            <a:pPr lvl="0" indent="0" marL="0">
              <a:buNone/>
            </a:pPr>
            <a:r>
              <a:rPr/>
              <a:t>A useful system needs both:</a:t>
            </a:r>
          </a:p>
          <a:p>
            <a:pPr lvl="0"/>
            <a:r>
              <a:rPr/>
              <a:t>persistent memory of confirmed patterns</a:t>
            </a:r>
          </a:p>
          <a:p>
            <a:pPr lvl="0"/>
            <a:r>
              <a:rPr/>
              <a:t>controlled generation of candidate detectors</a:t>
            </a:r>
          </a:p>
        </p:txBody>
      </p:sp>
      <p:pic>
        <p:nvPicPr>
          <p:cNvPr descr="Guided_random_new_detecto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98500"/>
            <a:ext cx="5105400" cy="337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cybersecurity got immunity wrong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Earlier artificial immune systems often copied one mechanism at a time</a:t>
            </a:r>
          </a:p>
          <a:p>
            <a:pPr lvl="0"/>
            <a:r>
              <a:rPr/>
              <a:t>Many reduced the idea to anomaly detection plus biological naming</a:t>
            </a:r>
          </a:p>
          <a:p>
            <a:pPr lvl="0"/>
            <a:r>
              <a:rPr/>
              <a:t>They borrowed metaphors, but not the architecture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deeper mistake</a:t>
            </a:r>
          </a:p>
          <a:p>
            <a:pPr lvl="0" indent="0" marL="0">
              <a:buNone/>
            </a:pPr>
            <a:r>
              <a:rPr/>
              <a:t>They asked “which immune trick can detect attacks?” instead of “how does immunity coordinate uncertain evidence safely?”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better cyber-immune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immunity as a design reference for:</a:t>
            </a:r>
          </a:p>
          <a:p>
            <a:pPr lvl="0"/>
            <a:r>
              <a:rPr/>
              <a:t>distributed coordination</a:t>
            </a:r>
          </a:p>
          <a:p>
            <a:pPr lvl="0"/>
            <a:r>
              <a:rPr/>
              <a:t>context-aware evidence</a:t>
            </a:r>
          </a:p>
          <a:p>
            <a:pPr lvl="0"/>
            <a:r>
              <a:rPr/>
              <a:t>multi-signal gating</a:t>
            </a:r>
          </a:p>
          <a:p>
            <a:pPr lvl="0"/>
            <a:r>
              <a:rPr/>
              <a:t>proportional response</a:t>
            </a:r>
          </a:p>
          <a:p>
            <a:pPr lvl="0"/>
            <a:r>
              <a:rPr/>
              <a:t>memory</a:t>
            </a:r>
          </a:p>
          <a:p>
            <a:pPr lvl="0"/>
            <a:r>
              <a:rPr/>
              <a:t>termination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Important caveat</a:t>
            </a:r>
          </a:p>
          <a:p>
            <a:pPr lvl="0" indent="0" marL="0">
              <a:buNone/>
            </a:pPr>
            <a:r>
              <a:rPr/>
              <a:t>Computers are not organisms. Principles transfer. Literal biological copying usually does not.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SLIPS starts transferring these principles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Many modules already act as distributed sensors</a:t>
            </a:r>
          </a:p>
          <a:p>
            <a:pPr lvl="0"/>
            <a:r>
              <a:rPr/>
              <a:t>Evidence is pushed into a shared pipeline</a:t>
            </a:r>
          </a:p>
          <a:p>
            <a:pPr lvl="0"/>
            <a:r>
              <a:rPr/>
              <a:t>Alerts are based on accumulated evidence, not one event alone</a:t>
            </a:r>
          </a:p>
          <a:p>
            <a:pPr lvl="0"/>
            <a:r>
              <a:rPr/>
              <a:t>The current research branch adds more explicit immune-inspired structure</a:t>
            </a:r>
          </a:p>
        </p:txBody>
      </p:sp>
      <p:pic>
        <p:nvPicPr>
          <p:cNvPr descr="general_diagram_of_slips_immune_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33800" y="203200"/>
            <a:ext cx="47752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Current branch: immune-signature-generation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Evidence signals</a:t>
            </a:r>
          </a:p>
          <a:p>
            <a:pPr lvl="0"/>
            <a:r>
              <a:rPr/>
              <a:t>Each evidence item now carries an </a:t>
            </a:r>
            <a:r>
              <a:rPr>
                <a:latin typeface="Courier"/>
              </a:rPr>
              <a:t>evidence_signal</a:t>
            </a:r>
          </a:p>
          <a:p>
            <a:pPr lvl="0"/>
            <a:r>
              <a:rPr/>
              <a:t>Current signals:</a:t>
            </a:r>
          </a:p>
          <a:p>
            <a:pPr lvl="1"/>
            <a:r>
              <a:rPr>
                <a:latin typeface="Courier"/>
              </a:rPr>
              <a:t>PAMP</a:t>
            </a:r>
            <a:r>
              <a:rPr/>
              <a:t> for attack-pattern-like evidence</a:t>
            </a:r>
          </a:p>
          <a:p>
            <a:pPr lvl="1"/>
            <a:r>
              <a:rPr>
                <a:latin typeface="Courier"/>
              </a:rPr>
              <a:t>DAMP</a:t>
            </a:r>
            <a:r>
              <a:rPr/>
              <a:t> for damage or harm-related evidence</a:t>
            </a:r>
          </a:p>
          <a:p>
            <a:pPr lvl="0"/>
            <a:r>
              <a:rPr/>
              <a:t>This makes stronger multi-signal reasoning possible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Shared LLM service</a:t>
            </a:r>
          </a:p>
          <a:p>
            <a:pPr lvl="0"/>
            <a:r>
              <a:rPr/>
              <a:t>One shared module provides controlled access to local or remote LLM backends</a:t>
            </a:r>
          </a:p>
          <a:p>
            <a:pPr lvl="0"/>
            <a:r>
              <a:rPr/>
              <a:t>Other modules request generation through Redis channels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Current branch: safer detector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RegexGenerator module</a:t>
            </a:r>
          </a:p>
          <a:p>
            <a:pPr lvl="0"/>
            <a:r>
              <a:rPr/>
              <a:t>Generates candidate signatures one at a time with an LLM</a:t>
            </a:r>
          </a:p>
          <a:p>
            <a:pPr lvl="0"/>
            <a:r>
              <a:rPr/>
              <a:t>Validates syntax and rejects dangerous regexes</a:t>
            </a:r>
          </a:p>
          <a:p>
            <a:pPr lvl="0"/>
            <a:r>
              <a:rPr/>
              <a:t>Tests against a benign corpus</a:t>
            </a:r>
          </a:p>
          <a:p>
            <a:pPr lvl="0"/>
            <a:r>
              <a:rPr/>
              <a:t>Stores accepted patterns in SQLite for reuse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this is immune-like</a:t>
            </a:r>
          </a:p>
          <a:p>
            <a:pPr lvl="0"/>
            <a:r>
              <a:rPr/>
              <a:t>guided random generation</a:t>
            </a:r>
          </a:p>
          <a:p>
            <a:pPr lvl="0"/>
            <a:r>
              <a:rPr/>
              <a:t>selection and rejection</a:t>
            </a:r>
          </a:p>
          <a:p>
            <a:pPr lvl="0"/>
            <a:r>
              <a:rPr/>
              <a:t>memory of accepted detectors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should interest AI people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Multi-agent systems need distributed sensing</a:t>
            </a:r>
          </a:p>
          <a:p>
            <a:pPr lvl="0"/>
            <a:r>
              <a:rPr/>
              <a:t>LLM applications need gating before action</a:t>
            </a:r>
          </a:p>
          <a:p>
            <a:pPr lvl="0"/>
            <a:r>
              <a:rPr/>
              <a:t>Safety requires proportional escalation</a:t>
            </a:r>
          </a:p>
          <a:p>
            <a:pPr lvl="0"/>
            <a:r>
              <a:rPr/>
              <a:t>Memory should improve future decisions, not just store logs</a:t>
            </a:r>
          </a:p>
          <a:p>
            <a:pPr lvl="0"/>
            <a:r>
              <a:rPr/>
              <a:t>Good autonomy depends as much on shutdown as on activation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Nature-inspired research is useful when it transfers principles, not slogans</a:t>
            </a:r>
          </a:p>
          <a:p>
            <a:pPr lvl="0"/>
            <a:r>
              <a:rPr/>
              <a:t>The immune system offers a strong model for decision-making under uncertainty</a:t>
            </a:r>
          </a:p>
          <a:p>
            <a:pPr lvl="0"/>
            <a:r>
              <a:rPr/>
              <a:t>Cybersecurity has often copied the wrong layer of the analogy</a:t>
            </a:r>
          </a:p>
          <a:p>
            <a:pPr lvl="0"/>
            <a:r>
              <a:rPr/>
              <a:t>SLIPS shows one path from principle to implementation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Final message</a:t>
            </a:r>
          </a:p>
          <a:p>
            <a:pPr lvl="0" indent="0" marL="0">
              <a:buNone/>
            </a:pPr>
            <a:r>
              <a:rPr/>
              <a:t>If you build AI systems that must decide and act safely, immunology is worth studying.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One question to leave with</a:t>
            </a:r>
          </a:p>
          <a:p>
            <a:pPr lvl="0" indent="0" marL="0">
              <a:buNone/>
            </a:pPr>
            <a:r>
              <a:rPr/>
              <a:t>What would change in our AI systems if we designed them more like regulated immune systems and less like isolated predictors?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AI and Cybersecurity Can Learn from the Immune System</dc:title>
  <dc:creator>Sebastian Garcia</dc:creator>
  <cp:keywords/>
  <dcterms:created xsi:type="dcterms:W3CDTF">2026-03-20T13:16:27Z</dcterms:created>
  <dcterms:modified xsi:type="dcterms:W3CDTF">2026-03-20T13:16:27Z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AIC Seminar, March 25, 2026</vt:lpwstr>
  </property>
  <property fmtid="{D5CDD505-2E9C-101B-9397-08002B2CF9AE}" pid="3" name="subtitle">
    <vt:lpwstr>From biological principles to SLIPS code</vt:lpwstr>
  </property>
</Properties>
</file>